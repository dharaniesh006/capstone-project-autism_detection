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94" r:id="rId4"/>
    <p:sldId id="295" r:id="rId5"/>
    <p:sldId id="297" r:id="rId6"/>
    <p:sldId id="303" r:id="rId7"/>
    <p:sldId id="299" r:id="rId8"/>
    <p:sldId id="289" r:id="rId9"/>
    <p:sldId id="296" r:id="rId10"/>
    <p:sldId id="27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8897" autoAdjust="0"/>
    <p:restoredTop sz="75627" autoAdjust="0"/>
  </p:normalViewPr>
  <p:slideViewPr>
    <p:cSldViewPr showGuides="1">
      <p:cViewPr varScale="1">
        <p:scale>
          <a:sx n="65" d="100"/>
          <a:sy n="65" d="100"/>
        </p:scale>
        <p:origin x="-110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54" y="402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EF21B-5C93-4D14-A85E-0C319A8ADE75}" type="datetimeFigureOut">
              <a:rPr lang="en-US" smtClean="0"/>
              <a:pPr/>
              <a:t>9/23/2024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B6E45-9BEC-4324-81D2-1E06482F5EB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60C08-D5B8-45E6-BC28-51C7D74DF0BB}" type="datetimeFigureOut">
              <a:rPr lang="en-US" smtClean="0"/>
              <a:pPr/>
              <a:t>9/23/2024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D3044-7871-45B9-85F6-B1ECC4B348F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9D3044-7871-45B9-85F6-B1ECC4B348F4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9D3044-7871-45B9-85F6-B1ECC4B348F4}" type="slidenum">
              <a:rPr lang="en-GB" smtClean="0"/>
              <a:pPr/>
              <a:t>2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E2465-ABFF-4077-B9F6-0461F220B79D}" type="datetime1">
              <a:rPr lang="en-US" smtClean="0"/>
              <a:pPr/>
              <a:t>9/23/2024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EC2451-Project Work- Zeroth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9AC-6F3B-4220-AE2A-3D233B5355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AD86-B746-4D6D-9261-E7979E113D69}" type="datetime1">
              <a:rPr lang="en-US" smtClean="0"/>
              <a:pPr/>
              <a:t>9/23/2024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EC2451-Project Work- Zeroth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9AC-6F3B-4220-AE2A-3D233B5355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C02F-9134-418C-864F-772FE22B5A98}" type="datetime1">
              <a:rPr lang="en-US" smtClean="0"/>
              <a:pPr/>
              <a:t>9/23/2024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EC2451-Project Work- Zeroth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9AC-6F3B-4220-AE2A-3D233B5355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BCF5-9491-42FC-88CE-D484B26C8787}" type="datetime1">
              <a:rPr lang="en-US" smtClean="0"/>
              <a:pPr/>
              <a:t>9/23/2024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EC2451-Project Work- Zeroth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9AC-6F3B-4220-AE2A-3D233B5355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3B98-B99F-4DEB-8906-83092036E7B7}" type="datetime1">
              <a:rPr lang="en-US" smtClean="0"/>
              <a:pPr/>
              <a:t>9/23/2024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EC2451-Project Work- Zeroth Review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9AC-6F3B-4220-AE2A-3D233B5355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68311-6019-4935-9C73-65A620E13D09}" type="datetime1">
              <a:rPr lang="en-US" smtClean="0"/>
              <a:pPr/>
              <a:t>9/23/2024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EC2451-Project Work- Zeroth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9AC-6F3B-4220-AE2A-3D233B5355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C2D1-E8A2-485E-A8C7-02A978CD91DC}" type="datetime1">
              <a:rPr lang="en-US" smtClean="0"/>
              <a:pPr/>
              <a:t>9/23/2024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EC2451-Project Work- Zeroth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9AC-6F3B-4220-AE2A-3D233B5355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7A837-D2C3-4DBD-B4EE-86A1C87DC34D}" type="datetime1">
              <a:rPr lang="en-US" smtClean="0"/>
              <a:pPr/>
              <a:t>9/23/2024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EC2451-Project Work- Zeroth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9AC-6F3B-4220-AE2A-3D233B5355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07B2-4E24-47D6-B143-9ECC3270EB25}" type="datetime1">
              <a:rPr lang="en-US" smtClean="0"/>
              <a:pPr/>
              <a:t>9/23/2024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EC2451-Project Work- Zeroth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9AC-6F3B-4220-AE2A-3D233B5355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E532-E01B-4C9A-8BB4-83DABF617007}" type="datetime1">
              <a:rPr lang="en-US" smtClean="0"/>
              <a:pPr/>
              <a:t>9/23/2024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EC2451-Project Work- Zeroth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9AC-6F3B-4220-AE2A-3D233B5355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BD62-6F9A-440F-807A-BF3F0218F765}" type="datetime1">
              <a:rPr lang="en-US" smtClean="0"/>
              <a:pPr/>
              <a:t>9/23/2024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EC2451-Project Work- Zeroth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29AC-6F3B-4220-AE2A-3D233B5355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2D401-D421-4DCD-90E8-A97A204ECA51}" type="datetime1">
              <a:rPr lang="en-US" smtClean="0"/>
              <a:pPr/>
              <a:t>9/23/2024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EC2451-Project Work- Zeroth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229AC-6F3B-4220-AE2A-3D233B535508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091" y="2438708"/>
            <a:ext cx="7772400" cy="1470025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r>
              <a:rPr lang="en-IN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HydroViz in Smart Home</a:t>
            </a:r>
            <a:br>
              <a:rPr lang="en-IN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GB" sz="35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(Smart Home Water Management System)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INTRODUCTION/OVERVIEW OF THE PROJECT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efficient water management system for smart homes using IoT technology.</a:t>
            </a:r>
          </a:p>
          <a:p>
            <a:pPr algn="just">
              <a:lnSpc>
                <a:spcPct val="150000"/>
              </a:lnSpc>
            </a:pPr>
            <a:r>
              <a:rPr lang="en-IN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connects to Wi-Fi, the water flow sensor measures water use and the solenoid valve controls water flow.</a:t>
            </a:r>
          </a:p>
          <a:p>
            <a:pPr algn="just">
              <a:lnSpc>
                <a:spcPct val="150000"/>
              </a:lnSpc>
            </a:pPr>
            <a:r>
              <a:rPr lang="en-IN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 programs the devices, PHP builds the web interface, MySQL stores data, and XAMPP runs the server.</a:t>
            </a:r>
          </a:p>
          <a:p>
            <a:pPr algn="just">
              <a:lnSpc>
                <a:spcPct val="150000"/>
              </a:lnSpc>
            </a:pPr>
            <a:r>
              <a:rPr lang="en-IN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has a simple and easy-to-use web interface for monitoring and controlling water flow.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EC2451-Project Work- Zeroth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EC2451-Project Work- Zeroth Review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96900" y="1546225"/>
            <a:ext cx="4956810" cy="4582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Water Conservation &amp; Efficiency: Reduce water wastage and improve efficiency with automated control.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Cost Savings &amp; Convenience: Lower utility bills and simplify management with remote monitoring using smart technology.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real-time monitoring and automated control to improve water use efficiency, reduce wastage, and lower utility costs.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0" name="Content Placeholder 99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4444" t="14431" r="16667" b="14460"/>
          <a:stretch>
            <a:fillRect/>
          </a:stretch>
        </p:blipFill>
        <p:spPr>
          <a:xfrm>
            <a:off x="5553075" y="1727200"/>
            <a:ext cx="3350260" cy="42348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components for seamless water management and remote control.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smart sensors and valves to adjust water flow automatically, improving efficiency and reducing waste.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intuitive web interface for easy monitoring and management of water usage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turns theoretical concepts into practical solutions for specific needs or goals.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EC2451-Project Work- Zeroth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</a:t>
            </a:r>
            <a:endParaRPr lang="en-US" sz="36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685800" y="1295400"/>
          <a:ext cx="7886700" cy="48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695"/>
                <a:gridCol w="1184910"/>
                <a:gridCol w="2300605"/>
                <a:gridCol w="1515745"/>
                <a:gridCol w="1515745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r>
                        <a:rPr lang="en-IN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Name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Journal</a:t>
                      </a:r>
                      <a:r>
                        <a:rPr lang="en-IN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 marL="68580" marR="68580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</a:p>
                  </a:txBody>
                  <a:tcPr marL="68580" marR="68580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marL="68580" marR="68580" marT="45725" marB="45725" anchor="ctr"/>
                </a:tc>
              </a:tr>
              <a:tr h="228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European Commission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Jane Smith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of Water Quality Monitoring</a:t>
                      </a:r>
                    </a:p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Cities Journal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Sensors to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 Water Quality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IoT Architecture for Water Management in Smart Cities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68580" marR="68580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sensors are essential for accurately monitoring and managing water quality.</a:t>
                      </a: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IoT can improve water management in smart cities by making it more efficient and responsive.</a:t>
                      </a: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45725" marB="45725" anchor="ctr"/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EC2451-Project Work- Zeroth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EC2451-Project Work- Zeroth Review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685800" y="990600"/>
          <a:ext cx="7886700" cy="293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695"/>
                <a:gridCol w="1243330"/>
                <a:gridCol w="2169160"/>
                <a:gridCol w="1588770"/>
                <a:gridCol w="1515745"/>
              </a:tblGrid>
              <a:tr h="65151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r>
                        <a:rPr lang="en-IN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Name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Journal</a:t>
                      </a:r>
                      <a:r>
                        <a:rPr lang="en-IN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 marL="68580" marR="68580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</a:p>
                  </a:txBody>
                  <a:tcPr marL="68580" marR="68580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marL="68580" marR="68580" marT="45725" marB="45725" anchor="ctr"/>
                </a:tc>
              </a:tr>
              <a:tr h="228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Emily Johnson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Web Development and Database Management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Efficient Web Development with XAMPP, PHP and MySQL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8580" marR="68580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focuses on how XAMPP, PHP, and MySQL make it easier to create and manage websites that use databases</a:t>
                      </a:r>
                    </a:p>
                  </a:txBody>
                  <a:tcPr marL="68580" marR="68580" marT="45725" marB="457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homes waste a lot of water, which increases costs and depletes resources.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systems fail to track water use in real-time, leading to inefficiency.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for users to detect leaks or control water flow effectively.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are inadequate for smart homes and lack advanced features.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technology is needed to manage water more effectively and reduce waste.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EC2451-Project Work- Zeroth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56"/>
          <p:cNvSpPr>
            <a:spLocks noGrp="1"/>
          </p:cNvSpPr>
          <p:nvPr>
            <p:ph type="title"/>
          </p:nvPr>
        </p:nvSpPr>
        <p:spPr>
          <a:xfrm>
            <a:off x="628650" y="228601"/>
            <a:ext cx="7886700" cy="1325563"/>
          </a:xfrm>
        </p:spPr>
        <p:txBody>
          <a:bodyPr/>
          <a:lstStyle/>
          <a:p>
            <a:r>
              <a:rPr lang="en-I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EC2451-Project Work- Zeroth Review</a:t>
            </a:r>
          </a:p>
        </p:txBody>
      </p:sp>
      <p:sp>
        <p:nvSpPr>
          <p:cNvPr id="3" name="Rectangles 2"/>
          <p:cNvSpPr/>
          <p:nvPr/>
        </p:nvSpPr>
        <p:spPr>
          <a:xfrm>
            <a:off x="2874645" y="1524000"/>
            <a:ext cx="2308225" cy="7029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200400" y="1676400"/>
            <a:ext cx="1627505" cy="401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</a:p>
        </p:txBody>
      </p:sp>
      <p:sp>
        <p:nvSpPr>
          <p:cNvPr id="9" name="Rectangles 8"/>
          <p:cNvSpPr/>
          <p:nvPr/>
        </p:nvSpPr>
        <p:spPr>
          <a:xfrm>
            <a:off x="1026160" y="2606040"/>
            <a:ext cx="1301750" cy="10668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996315" y="4038600"/>
            <a:ext cx="1381125" cy="101981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1143000" y="4191000"/>
            <a:ext cx="10401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Flow Sensor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1113790" y="2743200"/>
            <a:ext cx="1156970" cy="659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Solenoid Valve</a:t>
            </a:r>
          </a:p>
        </p:txBody>
      </p:sp>
      <p:sp>
        <p:nvSpPr>
          <p:cNvPr id="19" name="Rectangles 18"/>
          <p:cNvSpPr/>
          <p:nvPr/>
        </p:nvSpPr>
        <p:spPr>
          <a:xfrm>
            <a:off x="5701030" y="3429000"/>
            <a:ext cx="1358265" cy="7251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7731125" y="3581400"/>
            <a:ext cx="1110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Web page</a:t>
            </a:r>
          </a:p>
        </p:txBody>
      </p:sp>
      <p:sp>
        <p:nvSpPr>
          <p:cNvPr id="23" name="Rectangles 22"/>
          <p:cNvSpPr/>
          <p:nvPr/>
        </p:nvSpPr>
        <p:spPr>
          <a:xfrm>
            <a:off x="7720965" y="3429000"/>
            <a:ext cx="1187450" cy="6858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5791200" y="3581400"/>
            <a:ext cx="1167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499485" y="3581400"/>
            <a:ext cx="1683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ESP 32</a:t>
            </a:r>
          </a:p>
        </p:txBody>
      </p:sp>
      <p:sp>
        <p:nvSpPr>
          <p:cNvPr id="13" name="Rectangles 12"/>
          <p:cNvSpPr/>
          <p:nvPr/>
        </p:nvSpPr>
        <p:spPr>
          <a:xfrm>
            <a:off x="2971800" y="2693035"/>
            <a:ext cx="2057400" cy="2514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Arrow Connector 1"/>
          <p:cNvCxnSpPr/>
          <p:nvPr/>
        </p:nvCxnSpPr>
        <p:spPr>
          <a:xfrm>
            <a:off x="2438400" y="4648200"/>
            <a:ext cx="4572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Rectangles 14"/>
          <p:cNvSpPr/>
          <p:nvPr/>
        </p:nvSpPr>
        <p:spPr>
          <a:xfrm>
            <a:off x="3152140" y="5593715"/>
            <a:ext cx="1782445" cy="6546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3276600" y="5715000"/>
            <a:ext cx="1466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LCD Display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5067300" y="3886200"/>
            <a:ext cx="595630" cy="10160"/>
          </a:xfrm>
          <a:prstGeom prst="straightConnector1">
            <a:avLst/>
          </a:prstGeom>
          <a:ln w="6350" cap="flat" cmpd="sng" algn="ctr">
            <a:solidFill>
              <a:prstClr val="black"/>
            </a:solidFill>
            <a:prstDash val="dash"/>
            <a:miter lim="800000"/>
            <a:headEnd type="arrow" w="med" len="med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7128510" y="3886200"/>
            <a:ext cx="533400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962400" y="2256790"/>
            <a:ext cx="0" cy="4070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038600" y="5181600"/>
            <a:ext cx="0" cy="45720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2362200" y="3352800"/>
            <a:ext cx="5334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937" y="365126"/>
            <a:ext cx="8377670" cy="117273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06246"/>
            <a:ext cx="8084126" cy="515175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Doe, Real-time IoT Architecture for Water Management in Smart Cities,Smart Cities Journal,vol.6,Year of Publication: 2024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Kumar,Efficient Web Development with XAMPP, PHP and MySQL,Web Development and Database Management,Vol.15,Page Number:123-135,Year of Publication: 2023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Jane Smith, “Design and Application of Solenoid Valves in Industrial Automation,” Journal of Mechanical Engineering, Issue 5, Volume 22, pp. 134-150, 2020.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EC2451-Project Work- Zeroth Review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0034" y="2571744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GB" sz="8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EC2451-Project Work- Zeroth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</Words>
  <Application>WPS Presentation</Application>
  <PresentationFormat>On-screen Show (4:3)</PresentationFormat>
  <Paragraphs>105</Paragraphs>
  <Slides>10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HydroViz in Smart Home (Smart Home Water Management System)</vt:lpstr>
      <vt:lpstr>INTRODUCTION/OVERVIEW OF THE PROJECT</vt:lpstr>
      <vt:lpstr>MOTIVATION AND OBJECTIVES</vt:lpstr>
      <vt:lpstr>INNOVATION AND APPLICATION</vt:lpstr>
      <vt:lpstr>BASE PAPER</vt:lpstr>
      <vt:lpstr>Slide 6</vt:lpstr>
      <vt:lpstr>PROBLEM  DESCRIPTION</vt:lpstr>
      <vt:lpstr>HARDWARE AND SOFTWARE REQUIREMENTS</vt:lpstr>
      <vt:lpstr>REFERENCES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gender recognition from low resolution face images</dc:title>
  <dc:creator>Raj</dc:creator>
  <cp:lastModifiedBy>Administrator</cp:lastModifiedBy>
  <cp:revision>109</cp:revision>
  <dcterms:created xsi:type="dcterms:W3CDTF">2018-08-17T12:54:00Z</dcterms:created>
  <dcterms:modified xsi:type="dcterms:W3CDTF">2024-09-23T14:11:03Z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6089D5A0C6524FB9B2172E9C1C7AFA81_13</vt:lpwstr>
  </property>
  <property fmtid="{D5CDD505-2E9C-101B-9397-08002B2CF9AE}" pid="3" name="KSOProductBuildVer">
    <vt:lpwstr>1033-12.2.0.13266</vt:lpwstr>
  </property>
</Properties>
</file>